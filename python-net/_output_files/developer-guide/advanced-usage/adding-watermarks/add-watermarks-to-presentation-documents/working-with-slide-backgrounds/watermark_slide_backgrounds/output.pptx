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1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2" r:id="rId5"/>
  </p:sldIdLst>
  <p:sldSz cx="9144000" cy="6858000" type="screen4x3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/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tags" Target="tags/tag1.xml" /><Relationship Id="rId7" Type="http://schemas.openxmlformats.org/officeDocument/2006/relationships/presProps" Target="presProps.xml" /><Relationship Id="rId8" Type="http://schemas.openxmlformats.org/officeDocument/2006/relationships/viewProps" Target="viewProps.xml" /><Relationship Id="rId9" Type="http://schemas.openxmlformats.org/officeDocument/2006/relationships/theme" Target="theme/theme1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FCD33B4-7E75-434A-BAEE-74557F7B81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05B9A22-FDFD-4A8B-8F6E-5B4070C29D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6170FA7-054B-4B4C-B89E-B3EE34E8F4F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868EB2C-D679-429D-BFB9-A93169BBA37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FE60FA2-A4E1-4242-8CDC-743118837FB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BB23242-35EA-4132-8B9D-75384E10522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BDD49BC-4DAB-4D88-8DF6-CFD2E5B69EC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B486F57-8E3D-4D73-BA93-5182231125B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650AA75-29E4-4408-8628-D948495EDD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65AD438-B2D1-466E-9C5A-B54F725C71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27A162-A340-4FB8-AD4B-347F0B1767C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2.jpeg" /></Relationships>
</file>

<file path=ppt/slides/_rels/slide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1B2A4A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pic>
        <p:nvPicPr>
          <p:cNvPr id="2" name="New picture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2476500" y="1219200"/>
            <a:ext cx="4191000" cy="1257300"/>
          </a:xfrm>
          <a:prstGeom prst="rect">
            <a:avLst/>
          </a:prstGeom>
        </p:spPr>
      </p:pic>
      <p:sp>
        <p:nvSpPr>
          <p:cNvPr id="3" name="New shape" title=""/>
          <p:cNvSpPr/>
          <p:nvPr/>
        </p:nvSpPr>
        <p:spPr>
          <a:xfrm>
            <a:off x="762000" y="3238500"/>
            <a:ext cx="7620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4000" b="1">
                <a:solidFill>
                  <a:srgbClr val="FFFFFF"/>
                </a:solidFill>
              </a:rPr>
              <a:t>Brand Pitch</a:t>
            </a:r>
          </a:p>
        </p:txBody>
      </p:sp>
      <p:sp>
        <p:nvSpPr>
          <p:cNvPr id="4" name="New shape" title=""/>
          <p:cNvSpPr/>
          <p:nvPr/>
        </p:nvSpPr>
        <p:spPr>
          <a:xfrm>
            <a:off x="4000500" y="4089400"/>
            <a:ext cx="11430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ew shape" title=""/>
          <p:cNvSpPr/>
          <p:nvPr/>
        </p:nvSpPr>
        <p:spPr>
          <a:xfrm>
            <a:off x="762000" y="4292600"/>
            <a:ext cx="762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800" b="0">
                <a:solidFill>
                  <a:srgbClr val="F4F6FA"/>
                </a:solidFill>
              </a:rPr>
              <a:t>A refreshed visual identity for Northwind Coffee Roasters</a:t>
            </a:r>
          </a:p>
        </p:txBody>
      </p:sp>
      <p:sp>
        <p:nvSpPr>
          <p:cNvPr id="6" name="New shape" title=""/>
          <p:cNvSpPr/>
          <p:nvPr/>
        </p:nvSpPr>
        <p:spPr>
          <a:xfrm>
            <a:off x="762000" y="6121400"/>
            <a:ext cx="7620000" cy="38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300" b="1">
                <a:solidFill>
                  <a:srgbClr val="E8A33D"/>
                </a:solidFill>
              </a:rPr>
              <a:t>Photography · Brand Design · Motion   ·   2026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New shape" title=""/>
          <p:cNvSpPr/>
          <p:nvPr/>
        </p:nvSpPr>
        <p:spPr>
          <a:xfrm>
            <a:off x="889000" y="8382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Who we are</a:t>
            </a:r>
          </a:p>
        </p:txBody>
      </p:sp>
      <p:sp>
        <p:nvSpPr>
          <p:cNvPr id="5" name="New shape" title=""/>
          <p:cNvSpPr/>
          <p:nvPr/>
        </p:nvSpPr>
        <p:spPr>
          <a:xfrm>
            <a:off x="914400" y="15748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ew shape" title=""/>
          <p:cNvSpPr/>
          <p:nvPr/>
        </p:nvSpPr>
        <p:spPr>
          <a:xfrm>
            <a:off x="889000" y="2133600"/>
            <a:ext cx="7366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 senior-led studio for photography, brand design, and motion.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One team from brief to delivery — no hand-offs.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Watermark-protected delivery keeps your assets controlled.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Average 12-day turnaround on a full campaign.</a:t>
            </a:r>
          </a:p>
        </p:txBody>
      </p:sp>
      <p:sp>
        <p:nvSpPr>
          <p:cNvPr id="7" name="New shape" title=""/>
          <p:cNvSpPr/>
          <p:nvPr/>
        </p:nvSpPr>
        <p:spPr>
          <a:xfrm>
            <a:off x="889000" y="6324600"/>
            <a:ext cx="7366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3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New shape" title=""/>
          <p:cNvSpPr/>
          <p:nvPr/>
        </p:nvSpPr>
        <p:spPr>
          <a:xfrm>
            <a:off x="889000" y="8382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Selected work</a:t>
            </a:r>
          </a:p>
        </p:txBody>
      </p:sp>
      <p:sp>
        <p:nvSpPr>
          <p:cNvPr id="5" name="New shape" title=""/>
          <p:cNvSpPr/>
          <p:nvPr/>
        </p:nvSpPr>
        <p:spPr>
          <a:xfrm>
            <a:off x="914400" y="15748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New picture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889000" y="2032000"/>
            <a:ext cx="7366000" cy="3683000"/>
          </a:xfrm>
          <a:prstGeom prst="rect">
            <a:avLst/>
          </a:prstGeom>
        </p:spPr>
      </p:pic>
      <p:sp>
        <p:nvSpPr>
          <p:cNvPr id="7" name="New shape" title=""/>
          <p:cNvSpPr/>
          <p:nvPr/>
        </p:nvSpPr>
        <p:spPr>
          <a:xfrm>
            <a:off x="889000" y="5791200"/>
            <a:ext cx="7366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200" b="0">
                <a:solidFill>
                  <a:srgbClr val="5B6472"/>
                </a:solidFill>
              </a:rPr>
              <a:t>Northern Light series — on-location photography</a:t>
            </a:r>
          </a:p>
        </p:txBody>
      </p:sp>
      <p:sp>
        <p:nvSpPr>
          <p:cNvPr id="8" name="New shape" title=""/>
          <p:cNvSpPr/>
          <p:nvPr/>
        </p:nvSpPr>
        <p:spPr>
          <a:xfrm>
            <a:off x="889000" y="6324600"/>
            <a:ext cx="7366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4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New shape" title=""/>
          <p:cNvSpPr/>
          <p:nvPr/>
        </p:nvSpPr>
        <p:spPr>
          <a:xfrm>
            <a:off x="889000" y="8382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Engagement &amp; next steps</a:t>
            </a:r>
          </a:p>
        </p:txBody>
      </p:sp>
      <p:sp>
        <p:nvSpPr>
          <p:cNvPr id="5" name="New shape" title=""/>
          <p:cNvSpPr/>
          <p:nvPr/>
        </p:nvSpPr>
        <p:spPr>
          <a:xfrm>
            <a:off x="914400" y="15748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ew shape" title=""/>
          <p:cNvSpPr/>
          <p:nvPr/>
        </p:nvSpPr>
        <p:spPr>
          <a:xfrm>
            <a:off x="889000" y="2133600"/>
            <a:ext cx="7366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1 — Discovery workshop and creative brief.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2 — Photography and brand system design.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3 — Motion pack and brand film.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Fixed project fee: $29,700. Start within two weeks of sign-off.</a:t>
            </a:r>
          </a:p>
        </p:txBody>
      </p:sp>
      <p:sp>
        <p:nvSpPr>
          <p:cNvPr id="7" name="New shape" title=""/>
          <p:cNvSpPr/>
          <p:nvPr/>
        </p:nvSpPr>
        <p:spPr>
          <a:xfrm>
            <a:off x="889000" y="6324600"/>
            <a:ext cx="7366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10.0.0"/>
  <p:tag name="AS_OS" val="Microsoft Windows NT 10.0.26200.0"/>
  <p:tag name="AS_RELEASE_DATE" val="2024.11.14"/>
  <p:tag name="AS_TITLE" val="Aspose.Slides for .NET Standard 2.0"/>
  <p:tag name="AS_VERSION" val="24.11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18</Paragraphs>
  <Slides>4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baseType="lpstr" size="7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0</LinksUpToDate>
  <SharedDoc>0</SharedDoc>
  <HyperlinksChanged>0</HyperlinksChanged>
  <Application>Aspose.Slides for .NET</Application>
  <AppVersion>24.1100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2026-06-26T11:16:15.473</cp:lastPrinted>
  <dcterms:created xsi:type="dcterms:W3CDTF">2026-06-26T08:16:15Z</dcterms:created>
  <dcterms:modified xsi:type="dcterms:W3CDTF">2026-06-26T10:13:29Z</dcterms:modified>
</cp:coreProperties>
</file>