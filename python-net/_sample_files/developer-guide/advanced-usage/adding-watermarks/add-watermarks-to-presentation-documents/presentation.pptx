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8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t>Reach by channel (thousands)</a:t>
            </a:r>
          </a:p>
        </c:rich>
      </c:tx>
      <c:overlay val="1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(thousands)</c:v>
                </c:pt>
              </c:strCache>
            </c:strRef>
          </c:tx>
          <c:spPr>
            <a:solidFill>
              <a:srgbClr val="3B7DD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Organic social</c:v>
                </c:pt>
                <c:pt idx="2">
                  <c:v>Out-of-home</c:v>
                </c:pt>
                <c:pt idx="3">
                  <c:v>In-store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920</c:v>
                </c:pt>
                <c:pt idx="1">
                  <c:v>610</c:v>
                </c:pt>
                <c:pt idx="2">
                  <c:v>240</c:v>
                </c:pt>
                <c:pt idx="3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/>
        <c:overlap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crossAx val="66437120"/>
        <c:crosses val="autoZero"/>
        <c:auto val="0"/>
        <c:lblAlgn val="ctr"/>
        <c:lblOffset/>
        <c:noMultiLvlLbl val="0"/>
      </c:catAx>
      <c:valAx>
        <c:axId val="664371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crossAx val="67451136"/>
        <c:crosses val="autoZero"/>
        <c:crossBetween val="between"/>
      </c:valAx>
    </c:plotArea>
    <c:plotVisOnly val="1"/>
    <c:dispBlanksAs/>
    <c:showDLblsOverMax val="1"/>
  </c:chart>
  <c:txPr>
    <a:bodyPr/>
    <a:p>
      <a:pPr>
        <a:defRPr sz="1800" smtId="4294967295"/>
      </a:pPr>
      <a:endParaRPr lang="ru-RU"/>
    </a:p>
  </c:txPr>
  <c:externalData r:id="rId1"/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A9EB2-F56D-4BE7-BF00-2A0C07D266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5069C1-B628-4F0C-80DE-9B6462575D0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F92FBB-7FE6-4B95-88A9-FC5013131AF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31BA405-D741-482F-B5FD-81865E7B9E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DEDA1B2-A745-4611-BD14-BBF6292891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8EADBE4-332E-4D84-9AB8-4E6B814A40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AB5442F-DBE2-47C3-9199-BB1650C9C6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3EBB53A-DE69-4DDB-8DA0-2B5BF2B988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868838B-5429-4DF5-A973-45D34469005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C0E0F7-FA3E-4C3D-8D8F-D0766C1950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3BF8A-BA28-45DE-BF0D-1122B9EF6F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jpeg" /><Relationship Id="rId3" Type="http://schemas.openxmlformats.org/officeDocument/2006/relationships/image" Target="../media/image4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stretch>
            <a:fillRect/>
          </a:stretch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scrim" title=""/>
          <p:cNvSpPr/>
          <p:nvPr/>
        </p:nvSpPr>
        <p:spPr>
          <a:xfrm>
            <a:off x="0" y="1234440"/>
            <a:ext cx="12192000" cy="3566160"/>
          </a:xfrm>
          <a:prstGeom prst="rect">
            <a:avLst/>
          </a:prstGeom>
          <a:solidFill>
            <a:srgbClr val="1B2A4A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4191000" y="1371600"/>
            <a:ext cx="3810000" cy="1143000"/>
          </a:xfrm>
          <a:prstGeom prst="rect">
            <a:avLst/>
          </a:prstGeom>
        </p:spPr>
      </p:pic>
      <p:sp>
        <p:nvSpPr>
          <p:cNvPr id="4" name="New shape" title=""/>
          <p:cNvSpPr txBox="1"/>
          <p:nvPr/>
        </p:nvSpPr>
        <p:spPr>
          <a:xfrm>
            <a:off x="762000" y="2641600"/>
            <a:ext cx="10668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Brand Pitch</a:t>
            </a:r>
          </a:p>
        </p:txBody>
      </p:sp>
      <p:sp>
        <p:nvSpPr>
          <p:cNvPr id="5" name="New shape" title=""/>
          <p:cNvSpPr txBox="1"/>
          <p:nvPr/>
        </p:nvSpPr>
        <p:spPr>
          <a:xfrm>
            <a:off x="762000" y="3403600"/>
            <a:ext cx="10668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800" b="0">
                <a:solidFill>
                  <a:srgbClr val="F4F6FA"/>
                </a:solidFill>
              </a:rPr>
              <a:t>A refreshed visual identity for Northwind Coffee Roasters</a:t>
            </a:r>
          </a:p>
        </p:txBody>
      </p:sp>
      <p:sp>
        <p:nvSpPr>
          <p:cNvPr id="6" name="New shape" title=""/>
          <p:cNvSpPr txBox="1"/>
          <p:nvPr/>
        </p:nvSpPr>
        <p:spPr>
          <a:xfrm>
            <a:off x="762000" y="6223000"/>
            <a:ext cx="10668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300" b="1">
                <a:solidFill>
                  <a:srgbClr val="E8A33D"/>
                </a:solidFill>
              </a:rPr>
              <a:t>Photography · Brand Design · Motion   ·   2026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Who we are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 senior-led studio for photography, brand design, and motion.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One team from brief to delivery — no hand-offs.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Watermark-protected delivery keeps your assets controlled.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Average 12-day turnaround on a full campaign.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tile tx="0" ty="0" sx="100000" sy="100000" flip="none" algn="tl"/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Selected work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 Espresso Dusk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714500"/>
            <a:ext cx="6096000" cy="3810000"/>
          </a:xfrm>
          <a:prstGeom prst="rect">
            <a:avLst/>
          </a:prstGeom>
        </p:spPr>
      </p:pic>
      <p:sp>
        <p:nvSpPr>
          <p:cNvPr id="7" name="New shape" title=""/>
          <p:cNvSpPr txBox="1"/>
          <p:nvPr/>
        </p:nvSpPr>
        <p:spPr>
          <a:xfrm>
            <a:off x="3048000" y="5626100"/>
            <a:ext cx="6096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200" b="0">
                <a:solidFill>
                  <a:srgbClr val="5B6472"/>
                </a:solidFill>
              </a:rPr>
              <a:t>Espresso Dusk — on-location photography</a:t>
            </a:r>
          </a:p>
        </p:txBody>
      </p:sp>
      <p:sp>
        <p:nvSpPr>
          <p:cNvPr id="8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Campaign results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Reach by channel" title=""/>
          <p:cNvGraphicFramePr/>
          <p:nvPr/>
        </p:nvGraphicFramePr>
        <p:xfrm>
          <a:off x="889000" y="1905000"/>
          <a:ext cx="10414000" cy="393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Engagement &amp; next steps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1 — Discovery workshop and creative brief.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2 — Photography and brand system design.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3 — Motion pack and brand film.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Fixed project fee: $29,700. Start within two weeks of sign-off.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6.08.14"/>
  <p:tag name="AS_TITLE" val="Aspose.Slides for .NET6"/>
  <p:tag name="AS_VERSION" val="26.8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Manager>Tomas Reyes</Manager>
  <Company>Aurora Visuals</Company>
  <PresentationFormat>On-screen Show (4:3)</PresentationFormat>
  <Paragraphs>20</Paragraphs>
  <Slides>5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8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26.0800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Aurora Visuals — Brand Pitch</dc:title>
  <dc:creator>Mara Lindqvist</dc:creator>
  <cp:lastModifiedBy>Mara Lindqvist</cp:lastModifiedBy>
  <cp:revision>1</cp:revision>
  <cp:lastPrinted>2026-10-11T09:46:55.518</cp:lastPrinted>
  <dcterms:created xsi:type="dcterms:W3CDTF">2026-03-02T09:00:00Z</dcterms:created>
  <dcterms:modified xsi:type="dcterms:W3CDTF">2026-10-11T06:46:57Z</dcterms:modified>
  <dc:subject>Brand pitch for Northwind Coffee Roasters</dc:subject>
</cp:coreProperties>
</file>